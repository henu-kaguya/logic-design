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57" r:id="rId5"/>
    <p:sldId id="258" r:id="rId6"/>
    <p:sldId id="259" r:id="rId7"/>
    <p:sldId id="260" r:id="rId8"/>
    <p:sldId id="261" r:id="rId9"/>
    <p:sldId id="263" r:id="rId10"/>
    <p:sldId id="264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42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2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集成计数器</a:t>
            </a:r>
            <a:r>
              <a:rPr lang="en-US" altLang="zh-CN"/>
              <a:t> </a:t>
            </a:r>
            <a:r>
              <a:rPr lang="zh-CN" altLang="en-US"/>
              <a:t>仿真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18</a:t>
            </a:r>
            <a:r>
              <a:rPr lang="zh-CN" altLang="en-US"/>
              <a:t>进制仿真图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947" y="1617079"/>
            <a:ext cx="7839427" cy="4614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搜索元器件</a:t>
            </a:r>
            <a:r>
              <a:rPr lang="en-US" altLang="zh-CN"/>
              <a:t>   90</a:t>
            </a:r>
            <a:r>
              <a:rPr lang="zh-CN" altLang="en-US"/>
              <a:t>芯片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19065" y="1572260"/>
            <a:ext cx="5799455" cy="45777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2433955"/>
            <a:ext cx="38119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菜单中找到：绘制</a:t>
            </a:r>
            <a:r>
              <a:rPr lang="en-US" sz="2400"/>
              <a:t>→</a:t>
            </a:r>
            <a:r>
              <a:rPr lang="zh-CN" altLang="en-US" sz="2400"/>
              <a:t>元器件</a:t>
            </a:r>
            <a:endParaRPr lang="zh-CN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数码管</a:t>
            </a:r>
            <a:r>
              <a:rPr lang="en-US" altLang="zh-CN" dirty="0"/>
              <a:t> DCD_HEX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17745" y="1583690"/>
            <a:ext cx="6182360" cy="4834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与门 </a:t>
            </a:r>
            <a:r>
              <a:rPr lang="en-US" altLang="zh-CN" dirty="0"/>
              <a:t>74LS08D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27830" y="1442085"/>
            <a:ext cx="6041390" cy="4752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时钟脉冲</a:t>
            </a:r>
            <a:r>
              <a:rPr lang="en-US" altLang="zh-CN" dirty="0"/>
              <a:t>  </a:t>
            </a:r>
            <a:r>
              <a:rPr lang="zh-CN" altLang="en-US" dirty="0"/>
              <a:t>频率调低一点</a:t>
            </a:r>
            <a:r>
              <a:rPr lang="en-US" altLang="zh-CN" dirty="0"/>
              <a:t> </a:t>
            </a:r>
            <a:r>
              <a:rPr lang="zh-CN" altLang="en-US" dirty="0"/>
              <a:t>方便计数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76495" y="1838325"/>
            <a:ext cx="5815330" cy="4475480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685800" y="26962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DIGITAL_CLOCK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接地 </a:t>
            </a:r>
            <a:r>
              <a:rPr lang="en-US" altLang="zh-CN" dirty="0"/>
              <a:t>GROUND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64000" y="1463040"/>
            <a:ext cx="6503670" cy="5098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96130" y="318293"/>
            <a:ext cx="10515600" cy="1325563"/>
          </a:xfrm>
        </p:spPr>
        <p:txBody>
          <a:bodyPr/>
          <a:lstStyle/>
          <a:p>
            <a:r>
              <a:rPr lang="zh-CN" altLang="en-US" dirty="0"/>
              <a:t>示波器</a:t>
            </a:r>
            <a:r>
              <a:rPr lang="en-US" altLang="zh-CN" dirty="0"/>
              <a:t>: </a:t>
            </a:r>
            <a:r>
              <a:rPr lang="zh-CN" altLang="en-US" dirty="0"/>
              <a:t>视图→工具栏→仪器</a:t>
            </a:r>
            <a:endParaRPr lang="zh-CN" altLang="en-US" dirty="0"/>
          </a:p>
        </p:txBody>
      </p:sp>
      <p:pic>
        <p:nvPicPr>
          <p:cNvPr id="17412" name="内容占位符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981075"/>
            <a:ext cx="2460625" cy="5614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836613"/>
            <a:ext cx="517525" cy="6937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24980" y="2394585"/>
            <a:ext cx="2558415" cy="2508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853,&quot;width&quot;:8682}"/>
</p:tagLst>
</file>

<file path=ppt/tags/tag2.xml><?xml version="1.0" encoding="utf-8"?>
<p:tagLst xmlns:p="http://schemas.openxmlformats.org/presentationml/2006/main">
  <p:tag name="commondata" val="eyJoZGlkIjoiMDQ5Y2IxYThhZTUzYjY4YWU0MDA4ODI3ZGMzMmExND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WPS 演示</Application>
  <PresentationFormat>宽屏</PresentationFormat>
  <Paragraphs>20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集成计数器 仿真</vt:lpstr>
      <vt:lpstr>18进制仿真图</vt:lpstr>
      <vt:lpstr>搜索元器件   90芯片</vt:lpstr>
      <vt:lpstr>数码管 DCD_HEX</vt:lpstr>
      <vt:lpstr>与门 74LS08D</vt:lpstr>
      <vt:lpstr>时钟脉冲  频率调低一点 方便计数</vt:lpstr>
      <vt:lpstr>接地 GROUND</vt:lpstr>
      <vt:lpstr>示波器: 视图→工具栏→仪器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集成计数器 仿真</dc:title>
  <dc:creator>cliu</dc:creator>
  <cp:lastModifiedBy>HUAWEI</cp:lastModifiedBy>
  <cp:revision>14</cp:revision>
  <dcterms:created xsi:type="dcterms:W3CDTF">2021-11-27T02:44:00Z</dcterms:created>
  <dcterms:modified xsi:type="dcterms:W3CDTF">2024-09-19T10:23:23Z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F19FF9CC2B50424595542EEE41D40BB5</vt:lpwstr>
  </property>
  <property fmtid="{D5CDD505-2E9C-101B-9397-08002B2CF9AE}" pid="3" name="KSOProductBuildVer">
    <vt:lpwstr>2052-12.1.0.17133</vt:lpwstr>
  </property>
</Properties>
</file>